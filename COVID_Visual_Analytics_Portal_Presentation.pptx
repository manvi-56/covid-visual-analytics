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ED598-674F-40D1-8530-ED5F1CCEBA4C}" v="15" dt="2025-07-14T18:56:05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" y="319913"/>
            <a:ext cx="8924544" cy="1470025"/>
          </a:xfrm>
        </p:spPr>
        <p:txBody>
          <a:bodyPr>
            <a:normAutofit/>
          </a:bodyPr>
          <a:lstStyle/>
          <a:p>
            <a:r>
              <a:rPr sz="4000">
                <a:latin typeface="Algerian" panose="04020705040A02060702" pitchFamily="82" charset="0"/>
              </a:rPr>
              <a:t>COVID VISUAL ANALYTICS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5024" y="1325880"/>
            <a:ext cx="6400800" cy="646331"/>
          </a:xfrm>
        </p:spPr>
        <p:txBody>
          <a:bodyPr>
            <a:normAutofit/>
          </a:bodyPr>
          <a:lstStyle/>
          <a:p>
            <a:r>
              <a:t>An Interactive Exploration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A13E3-D9A4-1EBD-A9D8-4644843660D8}"/>
              </a:ext>
            </a:extLst>
          </p:cNvPr>
          <p:cNvSpPr txBox="1"/>
          <p:nvPr/>
        </p:nvSpPr>
        <p:spPr>
          <a:xfrm flipH="1">
            <a:off x="274316" y="2154484"/>
            <a:ext cx="20482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tx2"/>
                </a:solidFill>
                <a:latin typeface="Baskerville Old Face" panose="02020602080505020303" pitchFamily="18" charset="0"/>
              </a:rPr>
              <a:t>Project Team:</a:t>
            </a:r>
          </a:p>
          <a:p>
            <a:endParaRPr lang="en-IN" sz="240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r>
              <a:rPr lang="en-IN" sz="2000">
                <a:latin typeface="Baskerville Old Face" panose="02020602080505020303" pitchFamily="18" charset="0"/>
              </a:rPr>
              <a:t>Kartik </a:t>
            </a:r>
          </a:p>
          <a:p>
            <a:r>
              <a:rPr lang="en-IN" sz="2000" err="1">
                <a:latin typeface="Baskerville Old Face" panose="02020602080505020303" pitchFamily="18" charset="0"/>
              </a:rPr>
              <a:t>Lakshyta</a:t>
            </a:r>
            <a:r>
              <a:rPr lang="en-IN" sz="2000">
                <a:latin typeface="Baskerville Old Face" panose="02020602080505020303" pitchFamily="18" charset="0"/>
              </a:rPr>
              <a:t> Mahajan</a:t>
            </a:r>
          </a:p>
          <a:p>
            <a:r>
              <a:rPr lang="en-IN" sz="2000">
                <a:latin typeface="Baskerville Old Face" panose="02020602080505020303" pitchFamily="18" charset="0"/>
              </a:rPr>
              <a:t>Manvi Kumari</a:t>
            </a:r>
          </a:p>
          <a:p>
            <a:r>
              <a:rPr lang="en-IN" sz="2000">
                <a:latin typeface="Baskerville Old Face" panose="02020602080505020303" pitchFamily="18" charset="0"/>
              </a:rPr>
              <a:t>Pranav Krishna</a:t>
            </a:r>
          </a:p>
          <a:p>
            <a:r>
              <a:rPr lang="en-IN" sz="2000">
                <a:latin typeface="Baskerville Old Face" panose="02020602080505020303" pitchFamily="18" charset="0"/>
              </a:rPr>
              <a:t>Ravi Kumar</a:t>
            </a:r>
          </a:p>
          <a:p>
            <a:r>
              <a:rPr lang="en-IN" sz="2000">
                <a:latin typeface="Baskerville Old Face" panose="02020602080505020303" pitchFamily="18" charset="0"/>
              </a:rPr>
              <a:t>Chetna Lokhande </a:t>
            </a:r>
            <a:r>
              <a:rPr lang="en-IN" sz="2000" err="1">
                <a:latin typeface="Baskerville Old Face" panose="02020602080505020303" pitchFamily="18" charset="0"/>
              </a:rPr>
              <a:t>Tejavath</a:t>
            </a:r>
            <a:r>
              <a:rPr lang="en-IN" sz="2000">
                <a:latin typeface="Baskerville Old Face" panose="02020602080505020303" pitchFamily="18" charset="0"/>
              </a:rPr>
              <a:t> Bhaskar</a:t>
            </a:r>
          </a:p>
          <a:p>
            <a:r>
              <a:rPr lang="en-IN" sz="2000">
                <a:latin typeface="Baskerville Old Face" panose="02020602080505020303" pitchFamily="18" charset="0"/>
              </a:rPr>
              <a:t>Priyanshu Biswas Deepak Kumar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69435-83DB-4FA9-3DBC-61A98BF9DD05}"/>
              </a:ext>
            </a:extLst>
          </p:cNvPr>
          <p:cNvSpPr txBox="1"/>
          <p:nvPr/>
        </p:nvSpPr>
        <p:spPr>
          <a:xfrm>
            <a:off x="4535424" y="3105834"/>
            <a:ext cx="282538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tx2"/>
                </a:solidFill>
                <a:latin typeface="Baskerville Old Face" panose="02020602080505020303" pitchFamily="18" charset="0"/>
              </a:rPr>
              <a:t>Guide: Prof. Soumya Dutta</a:t>
            </a:r>
          </a:p>
          <a:p>
            <a:r>
              <a:rPr lang="en-IN" sz="2000"/>
              <a:t>IIT Kanpur | July 13, 2025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BC5554-981B-9DA3-7338-F43F43AF47B4}"/>
              </a:ext>
            </a:extLst>
          </p:cNvPr>
          <p:cNvCxnSpPr/>
          <p:nvPr/>
        </p:nvCxnSpPr>
        <p:spPr>
          <a:xfrm>
            <a:off x="73152" y="457200"/>
            <a:ext cx="89245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89DB4F-8368-28AB-A184-B499E189A33B}"/>
              </a:ext>
            </a:extLst>
          </p:cNvPr>
          <p:cNvCxnSpPr/>
          <p:nvPr/>
        </p:nvCxnSpPr>
        <p:spPr>
          <a:xfrm>
            <a:off x="73152" y="1972211"/>
            <a:ext cx="89245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584"/>
            <a:ext cx="8229600" cy="1024128"/>
          </a:xfrm>
        </p:spPr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8761"/>
            <a:ext cx="9144000" cy="48463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COVID Visual Analytics Portal: an </a:t>
            </a:r>
            <a:r>
              <a:rPr lang="en-US" sz="2400" b="1"/>
              <a:t>interactive web platform</a:t>
            </a:r>
            <a:r>
              <a:rPr lang="en-US" sz="2400"/>
              <a:t> to explore the pandemic’s impact on professional life &amp; public health.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Combines </a:t>
            </a:r>
            <a:r>
              <a:rPr lang="en-US" sz="2400" b="1"/>
              <a:t>survey data</a:t>
            </a:r>
            <a:r>
              <a:rPr lang="en-US" sz="2400"/>
              <a:t>, </a:t>
            </a:r>
            <a:r>
              <a:rPr lang="en-US" sz="2400" b="1"/>
              <a:t>state stats</a:t>
            </a:r>
            <a:r>
              <a:rPr lang="en-US" sz="2400"/>
              <a:t>, and </a:t>
            </a:r>
            <a:r>
              <a:rPr lang="en-US" sz="2400" b="1"/>
              <a:t>global metrics</a:t>
            </a:r>
            <a:r>
              <a:rPr lang="en-US" sz="2400"/>
              <a:t> into a </a:t>
            </a:r>
            <a:r>
              <a:rPr lang="en-US" sz="2400" b="1"/>
              <a:t>unified dashboard </a:t>
            </a:r>
            <a:r>
              <a:rPr lang="en-US" sz="2400"/>
              <a:t>at one place.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Features </a:t>
            </a:r>
            <a:r>
              <a:rPr lang="en-US" sz="2400" b="1"/>
              <a:t>interactive maps, dynamic charts, predictive insights</a:t>
            </a:r>
            <a:r>
              <a:rPr lang="en-US" sz="240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Empowers </a:t>
            </a:r>
            <a:r>
              <a:rPr lang="en-US" sz="2400" b="1"/>
              <a:t>researchers &amp; policymakers</a:t>
            </a:r>
            <a:r>
              <a:rPr lang="en-US" sz="2400"/>
              <a:t> with </a:t>
            </a:r>
            <a:r>
              <a:rPr lang="en-US" sz="2400" b="1"/>
              <a:t>clear, actionable trends</a:t>
            </a:r>
            <a:r>
              <a:rPr lang="en-US" sz="240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Built for </a:t>
            </a:r>
            <a:r>
              <a:rPr lang="en-US" sz="2400" b="1"/>
              <a:t>scalability &amp; future expansion</a:t>
            </a:r>
            <a:r>
              <a:rPr lang="en-US" sz="2400"/>
              <a:t> — a reusable model for future health or economic crises.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Built with a robust </a:t>
            </a:r>
            <a:r>
              <a:rPr lang="en-US" sz="2400" b="1"/>
              <a:t>Python backend</a:t>
            </a:r>
            <a:r>
              <a:rPr lang="en-US" sz="2400"/>
              <a:t> + </a:t>
            </a:r>
            <a:r>
              <a:rPr lang="en-US" sz="2400" b="1"/>
              <a:t>ReactJS &amp; D3.js frontend</a:t>
            </a:r>
            <a:r>
              <a:rPr lang="en-US" sz="2400"/>
              <a:t> for seamless analysis.</a:t>
            </a:r>
            <a:endParaRPr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395E65-AF80-8C8A-4E0D-6E2EF58A2A93}"/>
              </a:ext>
            </a:extLst>
          </p:cNvPr>
          <p:cNvCxnSpPr>
            <a:cxnSpLocks/>
          </p:cNvCxnSpPr>
          <p:nvPr/>
        </p:nvCxnSpPr>
        <p:spPr>
          <a:xfrm>
            <a:off x="1792224" y="1014984"/>
            <a:ext cx="57515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88720"/>
          </a:xfrm>
        </p:spPr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Project Overview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600200"/>
            <a:ext cx="8915400" cy="47457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sz="2400"/>
              <a:t>Unprecedented impact on work &amp; health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/>
              <a:t>Sudden remote work shift, stress, productivity changes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/>
              <a:t>Goals:</a:t>
            </a:r>
            <a:endParaRPr lang="en-IN" sz="2400"/>
          </a:p>
          <a:p>
            <a:pPr marL="0" indent="0">
              <a:buNone/>
            </a:pPr>
            <a:r>
              <a:rPr lang="en-IN" sz="2400"/>
              <a:t>	• </a:t>
            </a:r>
            <a:r>
              <a:rPr lang="en-IN" sz="2400" err="1"/>
              <a:t>Analyze</a:t>
            </a:r>
            <a:r>
              <a:rPr lang="en-IN" sz="2400"/>
              <a:t> professional life impacts  </a:t>
            </a:r>
          </a:p>
          <a:p>
            <a:pPr marL="0" indent="0">
              <a:buNone/>
            </a:pPr>
            <a:r>
              <a:rPr lang="en-IN" sz="2400"/>
              <a:t> 	• Monitor pandemic stats  </a:t>
            </a:r>
          </a:p>
          <a:p>
            <a:pPr marL="0" indent="0">
              <a:buNone/>
            </a:pPr>
            <a:r>
              <a:rPr lang="en-IN" sz="2400"/>
              <a:t> 	• Combine individual &amp; public data  </a:t>
            </a:r>
          </a:p>
          <a:p>
            <a:pPr marL="0" indent="0">
              <a:buNone/>
            </a:pPr>
            <a:r>
              <a:rPr lang="en-IN" sz="2400"/>
              <a:t> 	• Support policymakers &amp; researchers  </a:t>
            </a:r>
          </a:p>
          <a:p>
            <a:pPr marL="0" indent="0">
              <a:buNone/>
            </a:pPr>
            <a:r>
              <a:rPr lang="en-IN" sz="2400"/>
              <a:t> 	• Enable interactive, user-friendly exploration  </a:t>
            </a:r>
          </a:p>
          <a:p>
            <a:pPr marL="0" indent="0">
              <a:buNone/>
            </a:pPr>
            <a:r>
              <a:rPr lang="en-IN" sz="2400"/>
              <a:t> 	• Ensure scalability &amp; reuse for future crises</a:t>
            </a:r>
          </a:p>
          <a:p>
            <a:pPr marL="0" indent="0">
              <a:buNone/>
            </a:pPr>
            <a:r>
              <a:rPr lang="en-IN" sz="2400"/>
              <a:t> 	• Promote multi-level storytelling (personal → regional → global)</a:t>
            </a:r>
            <a:endParaRPr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848A60-2D21-87FE-A75A-E699FEDADA00}"/>
              </a:ext>
            </a:extLst>
          </p:cNvPr>
          <p:cNvCxnSpPr/>
          <p:nvPr/>
        </p:nvCxnSpPr>
        <p:spPr>
          <a:xfrm>
            <a:off x="1124712" y="1033272"/>
            <a:ext cx="6931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9385"/>
            <a:ext cx="82296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Survey Data: Stress, productivity, WFH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State Stats: Indian COVID-19 cases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Global Comparison: India vs world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Interactive Dashboard: Seamless data exploration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Multi-Dimensional Analysis: Individual, regional, global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Dynamic Visualizations: Maps, charts, scatter plots, heatmaps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Cross-Sector Insights: Trends across different work sectors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/>
              <a:t>Integrated Data Pipeline: Clean data, reliable stories</a:t>
            </a:r>
            <a:endParaRPr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7C17A0-ECC4-5EA2-6E6C-C655E55B8128}"/>
              </a:ext>
            </a:extLst>
          </p:cNvPr>
          <p:cNvCxnSpPr>
            <a:cxnSpLocks/>
          </p:cNvCxnSpPr>
          <p:nvPr/>
        </p:nvCxnSpPr>
        <p:spPr>
          <a:xfrm>
            <a:off x="3675888" y="1197864"/>
            <a:ext cx="1984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88720"/>
          </a:xfrm>
        </p:spPr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t> Backend: Python (pandas, re, seaborn, matplotlib)</a:t>
            </a:r>
          </a:p>
          <a:p>
            <a:pPr>
              <a:buFont typeface="Wingdings" panose="05000000000000000000" pitchFamily="2" charset="2"/>
              <a:buChar char="ü"/>
            </a:pPr>
            <a:r>
              <a:t> Frontend: ReactJS, D3.js, HTML, CSS</a:t>
            </a:r>
          </a:p>
          <a:p>
            <a:pPr>
              <a:buFont typeface="Wingdings" panose="05000000000000000000" pitchFamily="2" charset="2"/>
              <a:buChar char="ü"/>
            </a:pPr>
            <a:r>
              <a:t> Tools: Git, GitHub, VS Code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80C430-9B10-3C54-ABE7-398CE6C26347}"/>
              </a:ext>
            </a:extLst>
          </p:cNvPr>
          <p:cNvCxnSpPr>
            <a:cxnSpLocks/>
          </p:cNvCxnSpPr>
          <p:nvPr/>
        </p:nvCxnSpPr>
        <p:spPr>
          <a:xfrm>
            <a:off x="2249424" y="1051560"/>
            <a:ext cx="49103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stress &amp; WFH trends</a:t>
            </a:r>
          </a:p>
          <a:p>
            <a:r>
              <a:t>• Visualize productivity</a:t>
            </a:r>
          </a:p>
          <a:p>
            <a:r>
              <a:t>• State-level COVID-19 stats</a:t>
            </a:r>
          </a:p>
          <a:p>
            <a:r>
              <a:t>• Global comparisons</a:t>
            </a:r>
          </a:p>
          <a:p>
            <a:r>
              <a:t>• Interactive storytelling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44009"/>
          </a:xfrm>
        </p:spPr>
        <p:txBody>
          <a:bodyPr/>
          <a:lstStyle/>
          <a:p>
            <a:r>
              <a:t>Data Sources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t>• cleaned_data.csv: Survey (stress, WFH, productivity)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t>• state_data.csv: Indian states stats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t>• worldometer_data.csv: Global stats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t>• Python scripts: clean_data.py, create_data3.py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t>• Cleaning: regex, fill missing, normalize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CCAD56-B596-0752-050B-F0DC3199DF29}"/>
              </a:ext>
            </a:extLst>
          </p:cNvPr>
          <p:cNvCxnSpPr/>
          <p:nvPr/>
        </p:nvCxnSpPr>
        <p:spPr>
          <a:xfrm>
            <a:off x="932688" y="1024128"/>
            <a:ext cx="7232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Data cleaning &amp; prep, CSVs</a:t>
            </a:r>
          </a:p>
          <a:p>
            <a:r>
              <a:t>• Frontend: ReactJS UI, D3.js charts, responsive maps &amp; graphs</a:t>
            </a:r>
          </a:p>
          <a:p>
            <a:r>
              <a:t>• Clear pipeline: raw data → interactive storytelling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Application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Connects global, regional, individual impacts</a:t>
            </a:r>
          </a:p>
          <a:p>
            <a:r>
              <a:t>• India’s global standing, state trends, personal impact</a:t>
            </a:r>
          </a:p>
          <a:p>
            <a:r>
              <a:t>• Maps, charts, EDA tell clear 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Survey Data Tab: Stress, productivity, working hours</a:t>
            </a:r>
          </a:p>
          <a:p>
            <a:r>
              <a:t>• State-Level Tab: COVID in states</a:t>
            </a:r>
          </a:p>
          <a:p>
            <a:r>
              <a:t>• Global Tab: India vs world</a:t>
            </a:r>
          </a:p>
          <a:p>
            <a:r>
              <a:t>• Charts: Pie, bar, scatter,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Employment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Disrupted jobs worldwide</a:t>
            </a:r>
          </a:p>
          <a:p>
            <a:r>
              <a:t>• Metrics: working hours, gender, labor dependency</a:t>
            </a:r>
          </a:p>
          <a:p>
            <a:r>
              <a:t>• Findings: Immediate losses, regional/gender gaps</a:t>
            </a:r>
          </a:p>
          <a:p>
            <a:r>
              <a:t>• Predictive model: Random Forest (R²=0.78)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Kartik: Backend scripts</a:t>
            </a:r>
          </a:p>
          <a:p>
            <a:r>
              <a:t>• Lakshyta: Survey, EDA visuals</a:t>
            </a:r>
          </a:p>
          <a:p>
            <a:r>
              <a:t>• Manvi: State/global features</a:t>
            </a:r>
          </a:p>
          <a:p>
            <a:r>
              <a:t>• Ravi: ReactJS, D3.js</a:t>
            </a:r>
          </a:p>
          <a:p>
            <a:r>
              <a:t>• Pranav: Frontend-backend link</a:t>
            </a:r>
          </a:p>
          <a:p>
            <a:r>
              <a:t>• Chetna: API, debugging</a:t>
            </a:r>
          </a:p>
          <a:p>
            <a:r>
              <a:t>• Bhaskar: Maps, tooltips</a:t>
            </a:r>
          </a:p>
          <a:p>
            <a:r>
              <a:t>• Priyanshu: Cleaning, EDA plots</a:t>
            </a:r>
          </a:p>
          <a:p>
            <a:r>
              <a:t>• Deepak: Styling,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inconsistency</a:t>
            </a:r>
          </a:p>
          <a:p>
            <a:r>
              <a:t>• Self-report quality</a:t>
            </a:r>
          </a:p>
          <a:p>
            <a:r>
              <a:t>• Frontend performance</a:t>
            </a:r>
          </a:p>
          <a:p>
            <a:r>
              <a:t>• Deployment constraints</a:t>
            </a:r>
          </a:p>
          <a:p>
            <a:r>
              <a:t>• Clear UI vs info-rich visuals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for forecasting</a:t>
            </a:r>
          </a:p>
          <a:p>
            <a:r>
              <a:t>• Real-time updates</a:t>
            </a:r>
          </a:p>
          <a:p>
            <a:r>
              <a:t>• Broader surveys</a:t>
            </a:r>
          </a:p>
          <a:p>
            <a:r>
              <a:t>• Advanced visuals</a:t>
            </a:r>
          </a:p>
          <a:p>
            <a:r>
              <a:t>• Scalable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platform: Public health + professional impact</a:t>
            </a:r>
          </a:p>
          <a:p>
            <a:r>
              <a:t>• Combines cleaned data &amp; dynamic visuals</a:t>
            </a:r>
          </a:p>
          <a:p>
            <a:r>
              <a:t>• Supports policymakers, researchers, public</a:t>
            </a:r>
          </a:p>
          <a:p>
            <a:r>
              <a:t>• Extensible for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&amp; Demo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GitHub: github.com/Manvi-56/covid-visual-analytics</a:t>
            </a:r>
          </a:p>
          <a:p>
            <a:r>
              <a:t>• Live Dashboard: cs661-covid-data-analysis.netlify.app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COVID VISUAL ANALYTICS PORTAL</vt:lpstr>
      <vt:lpstr>Executive Summary</vt:lpstr>
      <vt:lpstr>Project Overview &amp; Goals</vt:lpstr>
      <vt:lpstr>Scope</vt:lpstr>
      <vt:lpstr>Technologies Used</vt:lpstr>
      <vt:lpstr>Tasks Addressed</vt:lpstr>
      <vt:lpstr>Data Sources &amp; Preprocessing</vt:lpstr>
      <vt:lpstr>Application Architecture</vt:lpstr>
      <vt:lpstr>Overall Application Story</vt:lpstr>
      <vt:lpstr>Tabs &amp; Features</vt:lpstr>
      <vt:lpstr>Global Employment Impact</vt:lpstr>
      <vt:lpstr>Contributions</vt:lpstr>
      <vt:lpstr>Challenges &amp; Limitations</vt:lpstr>
      <vt:lpstr>Future Work</vt:lpstr>
      <vt:lpstr>Conclusion</vt:lpstr>
      <vt:lpstr>Code &amp; Demo Links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</cp:revision>
  <dcterms:created xsi:type="dcterms:W3CDTF">2013-01-27T09:14:16Z</dcterms:created>
  <dcterms:modified xsi:type="dcterms:W3CDTF">2025-07-14T18:57:02Z</dcterms:modified>
  <cp:category/>
</cp:coreProperties>
</file>